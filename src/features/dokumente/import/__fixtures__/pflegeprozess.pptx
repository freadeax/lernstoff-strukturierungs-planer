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Sprechernotiz zu Pflegeprozess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Sprechernotiz zu PESR-Format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Sprechernotiz zu SMART-Ziele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Pflegeprozess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Sechs Schritte nach Fiechter und Meier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PESR-Format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Problem, Ätiologie, Symptome, Ressourcen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SMART-Ziele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Spezifisch, Messbar, Attraktiv, Realistisch, Terminiert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